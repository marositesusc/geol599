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57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8076" autoAdjust="0"/>
  </p:normalViewPr>
  <p:slideViewPr>
    <p:cSldViewPr snapToGrid="0">
      <p:cViewPr>
        <p:scale>
          <a:sx n="75" d="100"/>
          <a:sy n="75" d="100"/>
        </p:scale>
        <p:origin x="624" y="6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osites, Benjamin" userId="8caee732-5152-46f4-8400-de5890d67201" providerId="ADAL" clId="{83DCB0E0-FAF4-4080-88E4-88F9CE6D106C}"/>
    <pc:docChg chg="custSel addSld modSld sldOrd">
      <pc:chgData name="Marosites, Benjamin" userId="8caee732-5152-46f4-8400-de5890d67201" providerId="ADAL" clId="{83DCB0E0-FAF4-4080-88E4-88F9CE6D106C}" dt="2025-12-02T02:40:39.610" v="2282" actId="20577"/>
      <pc:docMkLst>
        <pc:docMk/>
      </pc:docMkLst>
      <pc:sldChg chg="addSp delSp modSp mod addAnim delAnim modAnim modNotesTx">
        <pc:chgData name="Marosites, Benjamin" userId="8caee732-5152-46f4-8400-de5890d67201" providerId="ADAL" clId="{83DCB0E0-FAF4-4080-88E4-88F9CE6D106C}" dt="2025-12-02T00:37:11.624" v="1987"/>
        <pc:sldMkLst>
          <pc:docMk/>
          <pc:sldMk cId="3152124345" sldId="256"/>
        </pc:sldMkLst>
        <pc:spChg chg="mod">
          <ac:chgData name="Marosites, Benjamin" userId="8caee732-5152-46f4-8400-de5890d67201" providerId="ADAL" clId="{83DCB0E0-FAF4-4080-88E4-88F9CE6D106C}" dt="2025-11-30T22:07:42.565" v="453" actId="14100"/>
          <ac:spMkLst>
            <pc:docMk/>
            <pc:sldMk cId="3152124345" sldId="256"/>
            <ac:spMk id="2" creationId="{5F3A9CE7-2112-85A5-C6EA-EE23EFE48CA9}"/>
          </ac:spMkLst>
        </pc:spChg>
        <pc:spChg chg="mod">
          <ac:chgData name="Marosites, Benjamin" userId="8caee732-5152-46f4-8400-de5890d67201" providerId="ADAL" clId="{83DCB0E0-FAF4-4080-88E4-88F9CE6D106C}" dt="2025-11-30T22:08:07.993" v="486" actId="14100"/>
          <ac:spMkLst>
            <pc:docMk/>
            <pc:sldMk cId="3152124345" sldId="256"/>
            <ac:spMk id="3" creationId="{C4C2BC64-29F5-8698-F4B2-CD55F129F68A}"/>
          </ac:spMkLst>
        </pc:spChg>
        <pc:spChg chg="add mod">
          <ac:chgData name="Marosites, Benjamin" userId="8caee732-5152-46f4-8400-de5890d67201" providerId="ADAL" clId="{83DCB0E0-FAF4-4080-88E4-88F9CE6D106C}" dt="2025-12-01T21:15:01.351" v="1484" actId="1038"/>
          <ac:spMkLst>
            <pc:docMk/>
            <pc:sldMk cId="3152124345" sldId="256"/>
            <ac:spMk id="4" creationId="{4855639B-5136-54B3-4146-DBA678C853FB}"/>
          </ac:spMkLst>
        </pc:spChg>
        <pc:spChg chg="add mod">
          <ac:chgData name="Marosites, Benjamin" userId="8caee732-5152-46f4-8400-de5890d67201" providerId="ADAL" clId="{83DCB0E0-FAF4-4080-88E4-88F9CE6D106C}" dt="2025-12-02T00:36:07.557" v="1982" actId="164"/>
          <ac:spMkLst>
            <pc:docMk/>
            <pc:sldMk cId="3152124345" sldId="256"/>
            <ac:spMk id="6" creationId="{9011DF2A-8D8B-3A31-3D9F-70E784271AD5}"/>
          </ac:spMkLst>
        </pc:spChg>
        <pc:spChg chg="add mod">
          <ac:chgData name="Marosites, Benjamin" userId="8caee732-5152-46f4-8400-de5890d67201" providerId="ADAL" clId="{83DCB0E0-FAF4-4080-88E4-88F9CE6D106C}" dt="2025-12-02T00:35:57.089" v="1981" actId="164"/>
          <ac:spMkLst>
            <pc:docMk/>
            <pc:sldMk cId="3152124345" sldId="256"/>
            <ac:spMk id="7" creationId="{B1867A2A-E9E5-3C63-3DFC-EC1BD01B0F81}"/>
          </ac:spMkLst>
        </pc:spChg>
        <pc:spChg chg="add mod">
          <ac:chgData name="Marosites, Benjamin" userId="8caee732-5152-46f4-8400-de5890d67201" providerId="ADAL" clId="{83DCB0E0-FAF4-4080-88E4-88F9CE6D106C}" dt="2025-12-02T00:35:57.089" v="1981" actId="164"/>
          <ac:spMkLst>
            <pc:docMk/>
            <pc:sldMk cId="3152124345" sldId="256"/>
            <ac:spMk id="10" creationId="{EBC4033B-FECF-23C2-CC3D-2663A6E40AF3}"/>
          </ac:spMkLst>
        </pc:spChg>
        <pc:spChg chg="add mod">
          <ac:chgData name="Marosites, Benjamin" userId="8caee732-5152-46f4-8400-de5890d67201" providerId="ADAL" clId="{83DCB0E0-FAF4-4080-88E4-88F9CE6D106C}" dt="2025-12-02T00:35:37.554" v="1980" actId="164"/>
          <ac:spMkLst>
            <pc:docMk/>
            <pc:sldMk cId="3152124345" sldId="256"/>
            <ac:spMk id="13" creationId="{96AEFDAC-118F-1DD9-E193-F1AEB9AA861C}"/>
          </ac:spMkLst>
        </pc:spChg>
        <pc:grpChg chg="add mod">
          <ac:chgData name="Marosites, Benjamin" userId="8caee732-5152-46f4-8400-de5890d67201" providerId="ADAL" clId="{83DCB0E0-FAF4-4080-88E4-88F9CE6D106C}" dt="2025-12-02T00:36:07.557" v="1982" actId="164"/>
          <ac:grpSpMkLst>
            <pc:docMk/>
            <pc:sldMk cId="3152124345" sldId="256"/>
            <ac:grpSpMk id="15" creationId="{CF21B309-F6BC-2269-248D-CB066ED33F16}"/>
          </ac:grpSpMkLst>
        </pc:grpChg>
        <pc:grpChg chg="add mod">
          <ac:chgData name="Marosites, Benjamin" userId="8caee732-5152-46f4-8400-de5890d67201" providerId="ADAL" clId="{83DCB0E0-FAF4-4080-88E4-88F9CE6D106C}" dt="2025-12-02T00:35:57.089" v="1981" actId="164"/>
          <ac:grpSpMkLst>
            <pc:docMk/>
            <pc:sldMk cId="3152124345" sldId="256"/>
            <ac:grpSpMk id="16" creationId="{8BB2CC74-48BA-9230-C0D5-8CBE2A6243B9}"/>
          </ac:grpSpMkLst>
        </pc:grpChg>
        <pc:grpChg chg="add mod">
          <ac:chgData name="Marosites, Benjamin" userId="8caee732-5152-46f4-8400-de5890d67201" providerId="ADAL" clId="{83DCB0E0-FAF4-4080-88E4-88F9CE6D106C}" dt="2025-12-02T00:36:07.557" v="1982" actId="164"/>
          <ac:grpSpMkLst>
            <pc:docMk/>
            <pc:sldMk cId="3152124345" sldId="256"/>
            <ac:grpSpMk id="17" creationId="{EC58F28C-0427-3158-F0A6-1636FC1A573D}"/>
          </ac:grpSpMkLst>
        </pc:grpChg>
        <pc:picChg chg="add mod">
          <ac:chgData name="Marosites, Benjamin" userId="8caee732-5152-46f4-8400-de5890d67201" providerId="ADAL" clId="{83DCB0E0-FAF4-4080-88E4-88F9CE6D106C}" dt="2025-12-02T00:35:57.089" v="1981" actId="164"/>
          <ac:picMkLst>
            <pc:docMk/>
            <pc:sldMk cId="3152124345" sldId="256"/>
            <ac:picMk id="9" creationId="{03D6FE12-1FF6-C937-2293-47998570C48C}"/>
          </ac:picMkLst>
        </pc:picChg>
        <pc:picChg chg="add mod">
          <ac:chgData name="Marosites, Benjamin" userId="8caee732-5152-46f4-8400-de5890d67201" providerId="ADAL" clId="{83DCB0E0-FAF4-4080-88E4-88F9CE6D106C}" dt="2025-12-02T00:35:37.554" v="1980" actId="164"/>
          <ac:picMkLst>
            <pc:docMk/>
            <pc:sldMk cId="3152124345" sldId="256"/>
            <ac:picMk id="12" creationId="{E9F37420-8FC1-4459-7797-16BE53393373}"/>
          </ac:picMkLst>
        </pc:picChg>
        <pc:cxnChg chg="add mod">
          <ac:chgData name="Marosites, Benjamin" userId="8caee732-5152-46f4-8400-de5890d67201" providerId="ADAL" clId="{83DCB0E0-FAF4-4080-88E4-88F9CE6D106C}" dt="2025-12-01T21:15:01.351" v="1484" actId="1038"/>
          <ac:cxnSpMkLst>
            <pc:docMk/>
            <pc:sldMk cId="3152124345" sldId="256"/>
            <ac:cxnSpMk id="11" creationId="{7956A88D-48D8-5868-C3D1-0A5221469FBC}"/>
          </ac:cxnSpMkLst>
        </pc:cxnChg>
      </pc:sldChg>
      <pc:sldChg chg="modSp new mod">
        <pc:chgData name="Marosites, Benjamin" userId="8caee732-5152-46f4-8400-de5890d67201" providerId="ADAL" clId="{83DCB0E0-FAF4-4080-88E4-88F9CE6D106C}" dt="2025-11-30T21:44:42.040" v="12" actId="113"/>
        <pc:sldMkLst>
          <pc:docMk/>
          <pc:sldMk cId="1945608161" sldId="257"/>
        </pc:sldMkLst>
        <pc:spChg chg="mod">
          <ac:chgData name="Marosites, Benjamin" userId="8caee732-5152-46f4-8400-de5890d67201" providerId="ADAL" clId="{83DCB0E0-FAF4-4080-88E4-88F9CE6D106C}" dt="2025-11-30T21:44:42.040" v="12" actId="113"/>
          <ac:spMkLst>
            <pc:docMk/>
            <pc:sldMk cId="1945608161" sldId="257"/>
            <ac:spMk id="3" creationId="{6CF883A8-68AD-92B5-823C-7AE95D17E35C}"/>
          </ac:spMkLst>
        </pc:spChg>
      </pc:sldChg>
      <pc:sldChg chg="addSp delSp modSp new mod modAnim">
        <pc:chgData name="Marosites, Benjamin" userId="8caee732-5152-46f4-8400-de5890d67201" providerId="ADAL" clId="{83DCB0E0-FAF4-4080-88E4-88F9CE6D106C}" dt="2025-12-02T00:52:32.262" v="2169"/>
        <pc:sldMkLst>
          <pc:docMk/>
          <pc:sldMk cId="3478360978" sldId="258"/>
        </pc:sldMkLst>
        <pc:spChg chg="mod">
          <ac:chgData name="Marosites, Benjamin" userId="8caee732-5152-46f4-8400-de5890d67201" providerId="ADAL" clId="{83DCB0E0-FAF4-4080-88E4-88F9CE6D106C}" dt="2025-11-30T21:47:42.008" v="204" actId="20577"/>
          <ac:spMkLst>
            <pc:docMk/>
            <pc:sldMk cId="3478360978" sldId="258"/>
            <ac:spMk id="2" creationId="{5C6B49A3-C0FB-993F-E310-3E339F4995F3}"/>
          </ac:spMkLst>
        </pc:spChg>
        <pc:spChg chg="mod">
          <ac:chgData name="Marosites, Benjamin" userId="8caee732-5152-46f4-8400-de5890d67201" providerId="ADAL" clId="{83DCB0E0-FAF4-4080-88E4-88F9CE6D106C}" dt="2025-12-02T00:39:17.630" v="2000" actId="1035"/>
          <ac:spMkLst>
            <pc:docMk/>
            <pc:sldMk cId="3478360978" sldId="258"/>
            <ac:spMk id="3" creationId="{63501916-C0C5-6EAB-24B1-59123F7F39BF}"/>
          </ac:spMkLst>
        </pc:spChg>
        <pc:spChg chg="add mod topLvl">
          <ac:chgData name="Marosites, Benjamin" userId="8caee732-5152-46f4-8400-de5890d67201" providerId="ADAL" clId="{83DCB0E0-FAF4-4080-88E4-88F9CE6D106C}" dt="2025-12-02T00:39:54.877" v="2026" actId="164"/>
          <ac:spMkLst>
            <pc:docMk/>
            <pc:sldMk cId="3478360978" sldId="258"/>
            <ac:spMk id="7" creationId="{A8B8EAD7-8E93-B820-57E1-6EF5E5357172}"/>
          </ac:spMkLst>
        </pc:spChg>
        <pc:spChg chg="add mod">
          <ac:chgData name="Marosites, Benjamin" userId="8caee732-5152-46f4-8400-de5890d67201" providerId="ADAL" clId="{83DCB0E0-FAF4-4080-88E4-88F9CE6D106C}" dt="2025-12-02T00:51:06.931" v="2165" actId="164"/>
          <ac:spMkLst>
            <pc:docMk/>
            <pc:sldMk cId="3478360978" sldId="258"/>
            <ac:spMk id="11" creationId="{2DB0CF30-9BF8-B14A-4215-DDB5CAA5B3B7}"/>
          </ac:spMkLst>
        </pc:spChg>
        <pc:spChg chg="add mod">
          <ac:chgData name="Marosites, Benjamin" userId="8caee732-5152-46f4-8400-de5890d67201" providerId="ADAL" clId="{83DCB0E0-FAF4-4080-88E4-88F9CE6D106C}" dt="2025-12-02T00:51:06.931" v="2165" actId="164"/>
          <ac:spMkLst>
            <pc:docMk/>
            <pc:sldMk cId="3478360978" sldId="258"/>
            <ac:spMk id="18" creationId="{CC69C684-039D-A58B-94D2-42DB6E15432D}"/>
          </ac:spMkLst>
        </pc:spChg>
        <pc:spChg chg="add mod">
          <ac:chgData name="Marosites, Benjamin" userId="8caee732-5152-46f4-8400-de5890d67201" providerId="ADAL" clId="{83DCB0E0-FAF4-4080-88E4-88F9CE6D106C}" dt="2025-12-02T00:51:06.931" v="2165" actId="164"/>
          <ac:spMkLst>
            <pc:docMk/>
            <pc:sldMk cId="3478360978" sldId="258"/>
            <ac:spMk id="19" creationId="{8A841DF5-4791-DBC0-D432-ECF54B4CEDC3}"/>
          </ac:spMkLst>
        </pc:spChg>
        <pc:grpChg chg="add del mod">
          <ac:chgData name="Marosites, Benjamin" userId="8caee732-5152-46f4-8400-de5890d67201" providerId="ADAL" clId="{83DCB0E0-FAF4-4080-88E4-88F9CE6D106C}" dt="2025-12-02T00:39:09.542" v="1992" actId="165"/>
          <ac:grpSpMkLst>
            <pc:docMk/>
            <pc:sldMk cId="3478360978" sldId="258"/>
            <ac:grpSpMk id="8" creationId="{B6F72B80-8B7F-D953-8A4C-E31E34A3B439}"/>
          </ac:grpSpMkLst>
        </pc:grpChg>
        <pc:grpChg chg="add mod">
          <ac:chgData name="Marosites, Benjamin" userId="8caee732-5152-46f4-8400-de5890d67201" providerId="ADAL" clId="{83DCB0E0-FAF4-4080-88E4-88F9CE6D106C}" dt="2025-12-02T00:39:54.877" v="2026" actId="164"/>
          <ac:grpSpMkLst>
            <pc:docMk/>
            <pc:sldMk cId="3478360978" sldId="258"/>
            <ac:grpSpMk id="9" creationId="{509428CD-5F96-D4A2-5694-4F05EC9EBF52}"/>
          </ac:grpSpMkLst>
        </pc:grpChg>
        <pc:grpChg chg="add mod">
          <ac:chgData name="Marosites, Benjamin" userId="8caee732-5152-46f4-8400-de5890d67201" providerId="ADAL" clId="{83DCB0E0-FAF4-4080-88E4-88F9CE6D106C}" dt="2025-12-02T00:51:06.931" v="2165" actId="164"/>
          <ac:grpSpMkLst>
            <pc:docMk/>
            <pc:sldMk cId="3478360978" sldId="258"/>
            <ac:grpSpMk id="32" creationId="{259F4F64-FBBC-AC5B-C37C-9F0D8C2E7273}"/>
          </ac:grpSpMkLst>
        </pc:grpChg>
        <pc:picChg chg="add mod topLvl">
          <ac:chgData name="Marosites, Benjamin" userId="8caee732-5152-46f4-8400-de5890d67201" providerId="ADAL" clId="{83DCB0E0-FAF4-4080-88E4-88F9CE6D106C}" dt="2025-12-02T00:39:54.877" v="2026" actId="164"/>
          <ac:picMkLst>
            <pc:docMk/>
            <pc:sldMk cId="3478360978" sldId="258"/>
            <ac:picMk id="6" creationId="{90FB4447-1FB9-A96F-7235-60CE1DC03951}"/>
          </ac:picMkLst>
        </pc:picChg>
        <pc:picChg chg="add mod">
          <ac:chgData name="Marosites, Benjamin" userId="8caee732-5152-46f4-8400-de5890d67201" providerId="ADAL" clId="{83DCB0E0-FAF4-4080-88E4-88F9CE6D106C}" dt="2025-12-02T00:51:06.931" v="2165" actId="164"/>
          <ac:picMkLst>
            <pc:docMk/>
            <pc:sldMk cId="3478360978" sldId="258"/>
            <ac:picMk id="10" creationId="{637FEA7F-6603-3E7B-FE6D-1499946FE179}"/>
          </ac:picMkLst>
        </pc:picChg>
        <pc:picChg chg="add del mod">
          <ac:chgData name="Marosites, Benjamin" userId="8caee732-5152-46f4-8400-de5890d67201" providerId="ADAL" clId="{83DCB0E0-FAF4-4080-88E4-88F9CE6D106C}" dt="2025-12-02T00:48:25.142" v="2139" actId="478"/>
          <ac:picMkLst>
            <pc:docMk/>
            <pc:sldMk cId="3478360978" sldId="258"/>
            <ac:picMk id="3074" creationId="{C0F94962-19A7-196A-7181-268D9D2E67B6}"/>
          </ac:picMkLst>
        </pc:picChg>
        <pc:cxnChg chg="add mod">
          <ac:chgData name="Marosites, Benjamin" userId="8caee732-5152-46f4-8400-de5890d67201" providerId="ADAL" clId="{83DCB0E0-FAF4-4080-88E4-88F9CE6D106C}" dt="2025-12-02T00:51:06.931" v="2165" actId="164"/>
          <ac:cxnSpMkLst>
            <pc:docMk/>
            <pc:sldMk cId="3478360978" sldId="258"/>
            <ac:cxnSpMk id="13" creationId="{3EAC93AF-E918-1583-EFB6-1461E116FFAC}"/>
          </ac:cxnSpMkLst>
        </pc:cxnChg>
        <pc:cxnChg chg="add mod">
          <ac:chgData name="Marosites, Benjamin" userId="8caee732-5152-46f4-8400-de5890d67201" providerId="ADAL" clId="{83DCB0E0-FAF4-4080-88E4-88F9CE6D106C}" dt="2025-12-02T00:51:06.931" v="2165" actId="164"/>
          <ac:cxnSpMkLst>
            <pc:docMk/>
            <pc:sldMk cId="3478360978" sldId="258"/>
            <ac:cxnSpMk id="20" creationId="{64CDBF92-E08D-79EC-FC1C-40DD2BA43DDB}"/>
          </ac:cxnSpMkLst>
        </pc:cxnChg>
        <pc:cxnChg chg="add mod">
          <ac:chgData name="Marosites, Benjamin" userId="8caee732-5152-46f4-8400-de5890d67201" providerId="ADAL" clId="{83DCB0E0-FAF4-4080-88E4-88F9CE6D106C}" dt="2025-12-02T00:51:06.931" v="2165" actId="164"/>
          <ac:cxnSpMkLst>
            <pc:docMk/>
            <pc:sldMk cId="3478360978" sldId="258"/>
            <ac:cxnSpMk id="23" creationId="{FA7DE5A6-2951-179A-1845-B4706739CFB3}"/>
          </ac:cxnSpMkLst>
        </pc:cxnChg>
        <pc:cxnChg chg="add mod">
          <ac:chgData name="Marosites, Benjamin" userId="8caee732-5152-46f4-8400-de5890d67201" providerId="ADAL" clId="{83DCB0E0-FAF4-4080-88E4-88F9CE6D106C}" dt="2025-12-02T00:51:06.931" v="2165" actId="164"/>
          <ac:cxnSpMkLst>
            <pc:docMk/>
            <pc:sldMk cId="3478360978" sldId="258"/>
            <ac:cxnSpMk id="26" creationId="{EC8B93A2-B5BB-5597-3830-D938C71CAD2D}"/>
          </ac:cxnSpMkLst>
        </pc:cxnChg>
        <pc:cxnChg chg="add mod">
          <ac:chgData name="Marosites, Benjamin" userId="8caee732-5152-46f4-8400-de5890d67201" providerId="ADAL" clId="{83DCB0E0-FAF4-4080-88E4-88F9CE6D106C}" dt="2025-12-02T00:51:06.931" v="2165" actId="164"/>
          <ac:cxnSpMkLst>
            <pc:docMk/>
            <pc:sldMk cId="3478360978" sldId="258"/>
            <ac:cxnSpMk id="29" creationId="{FBB0C276-6035-B7D0-8572-90092B2E0867}"/>
          </ac:cxnSpMkLst>
        </pc:cxnChg>
      </pc:sldChg>
      <pc:sldChg chg="addSp delSp modSp new mod">
        <pc:chgData name="Marosites, Benjamin" userId="8caee732-5152-46f4-8400-de5890d67201" providerId="ADAL" clId="{83DCB0E0-FAF4-4080-88E4-88F9CE6D106C}" dt="2025-12-02T02:40:39.610" v="2282" actId="20577"/>
        <pc:sldMkLst>
          <pc:docMk/>
          <pc:sldMk cId="2483638211" sldId="259"/>
        </pc:sldMkLst>
        <pc:spChg chg="mod">
          <ac:chgData name="Marosites, Benjamin" userId="8caee732-5152-46f4-8400-de5890d67201" providerId="ADAL" clId="{83DCB0E0-FAF4-4080-88E4-88F9CE6D106C}" dt="2025-11-30T21:47:59.896" v="218" actId="20577"/>
          <ac:spMkLst>
            <pc:docMk/>
            <pc:sldMk cId="2483638211" sldId="259"/>
            <ac:spMk id="2" creationId="{E4A7BC4A-69DF-4611-0D60-0ED9CB739D5E}"/>
          </ac:spMkLst>
        </pc:spChg>
        <pc:spChg chg="mod">
          <ac:chgData name="Marosites, Benjamin" userId="8caee732-5152-46f4-8400-de5890d67201" providerId="ADAL" clId="{83DCB0E0-FAF4-4080-88E4-88F9CE6D106C}" dt="2025-12-02T02:40:39.610" v="2282" actId="20577"/>
          <ac:spMkLst>
            <pc:docMk/>
            <pc:sldMk cId="2483638211" sldId="259"/>
            <ac:spMk id="3" creationId="{10AC5CE2-073B-90B7-2D9D-84DE2BB31EA5}"/>
          </ac:spMkLst>
        </pc:spChg>
        <pc:picChg chg="add del mod">
          <ac:chgData name="Marosites, Benjamin" userId="8caee732-5152-46f4-8400-de5890d67201" providerId="ADAL" clId="{83DCB0E0-FAF4-4080-88E4-88F9CE6D106C}" dt="2025-12-01T21:00:19.337" v="1186" actId="21"/>
          <ac:picMkLst>
            <pc:docMk/>
            <pc:sldMk cId="2483638211" sldId="259"/>
            <ac:picMk id="5" creationId="{BC342686-1CFF-B84F-AF28-D95F1CAFA3B2}"/>
          </ac:picMkLst>
        </pc:picChg>
        <pc:picChg chg="add mod">
          <ac:chgData name="Marosites, Benjamin" userId="8caee732-5152-46f4-8400-de5890d67201" providerId="ADAL" clId="{83DCB0E0-FAF4-4080-88E4-88F9CE6D106C}" dt="2025-12-01T21:03:56.815" v="1275" actId="1076"/>
          <ac:picMkLst>
            <pc:docMk/>
            <pc:sldMk cId="2483638211" sldId="259"/>
            <ac:picMk id="7" creationId="{911B7BEB-FC66-D04A-AD2A-E9F0E77A488D}"/>
          </ac:picMkLst>
        </pc:picChg>
        <pc:picChg chg="add del mod">
          <ac:chgData name="Marosites, Benjamin" userId="8caee732-5152-46f4-8400-de5890d67201" providerId="ADAL" clId="{83DCB0E0-FAF4-4080-88E4-88F9CE6D106C}" dt="2025-12-01T21:00:19.337" v="1186" actId="21"/>
          <ac:picMkLst>
            <pc:docMk/>
            <pc:sldMk cId="2483638211" sldId="259"/>
            <ac:picMk id="1026" creationId="{40D3FAD3-0E69-BDFB-37C9-265398978E3E}"/>
          </ac:picMkLst>
        </pc:picChg>
        <pc:picChg chg="add mod">
          <ac:chgData name="Marosites, Benjamin" userId="8caee732-5152-46f4-8400-de5890d67201" providerId="ADAL" clId="{83DCB0E0-FAF4-4080-88E4-88F9CE6D106C}" dt="2025-12-01T21:05:07.430" v="1290" actId="14100"/>
          <ac:picMkLst>
            <pc:docMk/>
            <pc:sldMk cId="2483638211" sldId="259"/>
            <ac:picMk id="1028" creationId="{98193911-13D7-9900-131A-FFB137E1FA00}"/>
          </ac:picMkLst>
        </pc:picChg>
      </pc:sldChg>
      <pc:sldChg chg="addSp delSp modSp new mod modClrScheme chgLayout">
        <pc:chgData name="Marosites, Benjamin" userId="8caee732-5152-46f4-8400-de5890d67201" providerId="ADAL" clId="{83DCB0E0-FAF4-4080-88E4-88F9CE6D106C}" dt="2025-12-02T02:00:11.299" v="2199" actId="14100"/>
        <pc:sldMkLst>
          <pc:docMk/>
          <pc:sldMk cId="291464760" sldId="260"/>
        </pc:sldMkLst>
        <pc:spChg chg="mod ord">
          <ac:chgData name="Marosites, Benjamin" userId="8caee732-5152-46f4-8400-de5890d67201" providerId="ADAL" clId="{83DCB0E0-FAF4-4080-88E4-88F9CE6D106C}" dt="2025-12-01T22:41:15.684" v="1720" actId="700"/>
          <ac:spMkLst>
            <pc:docMk/>
            <pc:sldMk cId="291464760" sldId="260"/>
            <ac:spMk id="2" creationId="{BD574C70-9239-F134-9265-0B011DBE4F61}"/>
          </ac:spMkLst>
        </pc:spChg>
        <pc:spChg chg="del mod ord">
          <ac:chgData name="Marosites, Benjamin" userId="8caee732-5152-46f4-8400-de5890d67201" providerId="ADAL" clId="{83DCB0E0-FAF4-4080-88E4-88F9CE6D106C}" dt="2025-12-01T22:41:15.684" v="1720" actId="700"/>
          <ac:spMkLst>
            <pc:docMk/>
            <pc:sldMk cId="291464760" sldId="260"/>
            <ac:spMk id="3" creationId="{277A38DD-3D1F-7AA1-1F7F-387E3CA031B2}"/>
          </ac:spMkLst>
        </pc:spChg>
        <pc:spChg chg="mod ord">
          <ac:chgData name="Marosites, Benjamin" userId="8caee732-5152-46f4-8400-de5890d67201" providerId="ADAL" clId="{83DCB0E0-FAF4-4080-88E4-88F9CE6D106C}" dt="2025-12-01T22:41:15.684" v="1720" actId="700"/>
          <ac:spMkLst>
            <pc:docMk/>
            <pc:sldMk cId="291464760" sldId="260"/>
            <ac:spMk id="4" creationId="{385DF9E2-BAB2-0563-1734-F8A80B515AD8}"/>
          </ac:spMkLst>
        </pc:spChg>
        <pc:spChg chg="add del mod ord">
          <ac:chgData name="Marosites, Benjamin" userId="8caee732-5152-46f4-8400-de5890d67201" providerId="ADAL" clId="{83DCB0E0-FAF4-4080-88E4-88F9CE6D106C}" dt="2025-12-01T22:41:29.044" v="1721" actId="931"/>
          <ac:spMkLst>
            <pc:docMk/>
            <pc:sldMk cId="291464760" sldId="260"/>
            <ac:spMk id="5" creationId="{A90C0BE3-BFCC-AF5D-00C6-E13034759FFC}"/>
          </ac:spMkLst>
        </pc:spChg>
        <pc:spChg chg="add del mod ord">
          <ac:chgData name="Marosites, Benjamin" userId="8caee732-5152-46f4-8400-de5890d67201" providerId="ADAL" clId="{83DCB0E0-FAF4-4080-88E4-88F9CE6D106C}" dt="2025-12-01T22:41:36.127" v="1722" actId="931"/>
          <ac:spMkLst>
            <pc:docMk/>
            <pc:sldMk cId="291464760" sldId="260"/>
            <ac:spMk id="6" creationId="{264B378B-B9AB-305B-4D8E-084C9B2A8BA8}"/>
          </ac:spMkLst>
        </pc:spChg>
        <pc:spChg chg="add del mod">
          <ac:chgData name="Marosites, Benjamin" userId="8caee732-5152-46f4-8400-de5890d67201" providerId="ADAL" clId="{83DCB0E0-FAF4-4080-88E4-88F9CE6D106C}" dt="2025-12-01T22:49:07.175" v="1725" actId="931"/>
          <ac:spMkLst>
            <pc:docMk/>
            <pc:sldMk cId="291464760" sldId="260"/>
            <ac:spMk id="12" creationId="{3F5041CA-9E5B-D410-45FE-46646345ED4E}"/>
          </ac:spMkLst>
        </pc:spChg>
        <pc:picChg chg="add del mod">
          <ac:chgData name="Marosites, Benjamin" userId="8caee732-5152-46f4-8400-de5890d67201" providerId="ADAL" clId="{83DCB0E0-FAF4-4080-88E4-88F9CE6D106C}" dt="2025-12-01T22:49:00.470" v="1724" actId="478"/>
          <ac:picMkLst>
            <pc:docMk/>
            <pc:sldMk cId="291464760" sldId="260"/>
            <ac:picMk id="8" creationId="{A43EF82C-C9D4-2FB8-42F1-69A0B0994662}"/>
          </ac:picMkLst>
        </pc:picChg>
        <pc:picChg chg="add mod">
          <ac:chgData name="Marosites, Benjamin" userId="8caee732-5152-46f4-8400-de5890d67201" providerId="ADAL" clId="{83DCB0E0-FAF4-4080-88E4-88F9CE6D106C}" dt="2025-12-02T02:00:11.299" v="2199" actId="14100"/>
          <ac:picMkLst>
            <pc:docMk/>
            <pc:sldMk cId="291464760" sldId="260"/>
            <ac:picMk id="10" creationId="{2F7C69F5-9E3F-1896-38DA-728B6C792AAC}"/>
          </ac:picMkLst>
        </pc:picChg>
        <pc:picChg chg="add mod ord">
          <ac:chgData name="Marosites, Benjamin" userId="8caee732-5152-46f4-8400-de5890d67201" providerId="ADAL" clId="{83DCB0E0-FAF4-4080-88E4-88F9CE6D106C}" dt="2025-12-02T02:00:08.435" v="2198" actId="14100"/>
          <ac:picMkLst>
            <pc:docMk/>
            <pc:sldMk cId="291464760" sldId="260"/>
            <ac:picMk id="14" creationId="{02ABC9EC-8D07-2C90-32D3-97B6415074C4}"/>
          </ac:picMkLst>
        </pc:picChg>
      </pc:sldChg>
      <pc:sldChg chg="addSp modSp new mod">
        <pc:chgData name="Marosites, Benjamin" userId="8caee732-5152-46f4-8400-de5890d67201" providerId="ADAL" clId="{83DCB0E0-FAF4-4080-88E4-88F9CE6D106C}" dt="2025-12-01T22:54:43.312" v="1979" actId="403"/>
        <pc:sldMkLst>
          <pc:docMk/>
          <pc:sldMk cId="1303881292" sldId="261"/>
        </pc:sldMkLst>
        <pc:spChg chg="mod">
          <ac:chgData name="Marosites, Benjamin" userId="8caee732-5152-46f4-8400-de5890d67201" providerId="ADAL" clId="{83DCB0E0-FAF4-4080-88E4-88F9CE6D106C}" dt="2025-12-01T02:17:48.018" v="1166" actId="20577"/>
          <ac:spMkLst>
            <pc:docMk/>
            <pc:sldMk cId="1303881292" sldId="261"/>
            <ac:spMk id="2" creationId="{78869AA9-5180-1CD1-AC59-504F6DFA0096}"/>
          </ac:spMkLst>
        </pc:spChg>
        <pc:spChg chg="mod">
          <ac:chgData name="Marosites, Benjamin" userId="8caee732-5152-46f4-8400-de5890d67201" providerId="ADAL" clId="{83DCB0E0-FAF4-4080-88E4-88F9CE6D106C}" dt="2025-12-01T22:54:12.899" v="1972" actId="403"/>
          <ac:spMkLst>
            <pc:docMk/>
            <pc:sldMk cId="1303881292" sldId="261"/>
            <ac:spMk id="3" creationId="{34CD7611-913F-D41F-FD11-EC7CB242586F}"/>
          </ac:spMkLst>
        </pc:spChg>
        <pc:spChg chg="add mod">
          <ac:chgData name="Marosites, Benjamin" userId="8caee732-5152-46f4-8400-de5890d67201" providerId="ADAL" clId="{83DCB0E0-FAF4-4080-88E4-88F9CE6D106C}" dt="2025-12-01T22:54:19.965" v="1974" actId="1076"/>
          <ac:spMkLst>
            <pc:docMk/>
            <pc:sldMk cId="1303881292" sldId="261"/>
            <ac:spMk id="5" creationId="{AD5CCA0C-C769-10FA-D2F8-E757938F7B9D}"/>
          </ac:spMkLst>
        </pc:spChg>
        <pc:spChg chg="add mod">
          <ac:chgData name="Marosites, Benjamin" userId="8caee732-5152-46f4-8400-de5890d67201" providerId="ADAL" clId="{83DCB0E0-FAF4-4080-88E4-88F9CE6D106C}" dt="2025-12-01T22:54:43.312" v="1979" actId="403"/>
          <ac:spMkLst>
            <pc:docMk/>
            <pc:sldMk cId="1303881292" sldId="261"/>
            <ac:spMk id="6" creationId="{BF505A75-508B-CC20-E8D8-2C1B50B22B75}"/>
          </ac:spMkLst>
        </pc:spChg>
      </pc:sldChg>
      <pc:sldChg chg="modSp new mod ord">
        <pc:chgData name="Marosites, Benjamin" userId="8caee732-5152-46f4-8400-de5890d67201" providerId="ADAL" clId="{83DCB0E0-FAF4-4080-88E4-88F9CE6D106C}" dt="2025-12-02T00:53:59.437" v="2171"/>
        <pc:sldMkLst>
          <pc:docMk/>
          <pc:sldMk cId="3561883698" sldId="262"/>
        </pc:sldMkLst>
        <pc:spChg chg="mod">
          <ac:chgData name="Marosites, Benjamin" userId="8caee732-5152-46f4-8400-de5890d67201" providerId="ADAL" clId="{83DCB0E0-FAF4-4080-88E4-88F9CE6D106C}" dt="2025-11-30T22:39:51.826" v="725" actId="20577"/>
          <ac:spMkLst>
            <pc:docMk/>
            <pc:sldMk cId="3561883698" sldId="262"/>
            <ac:spMk id="2" creationId="{71D74220-1A56-5DFF-AAD2-08C5DCF0F433}"/>
          </ac:spMkLst>
        </pc:spChg>
        <pc:spChg chg="mod">
          <ac:chgData name="Marosites, Benjamin" userId="8caee732-5152-46f4-8400-de5890d67201" providerId="ADAL" clId="{83DCB0E0-FAF4-4080-88E4-88F9CE6D106C}" dt="2025-11-30T22:40:32.741" v="729" actId="20577"/>
          <ac:spMkLst>
            <pc:docMk/>
            <pc:sldMk cId="3561883698" sldId="262"/>
            <ac:spMk id="3" creationId="{DC3567B0-7D89-CD85-F4AD-EF8C4BA3A412}"/>
          </ac:spMkLst>
        </pc:spChg>
      </pc:sldChg>
      <pc:sldChg chg="new">
        <pc:chgData name="Marosites, Benjamin" userId="8caee732-5152-46f4-8400-de5890d67201" providerId="ADAL" clId="{83DCB0E0-FAF4-4080-88E4-88F9CE6D106C}" dt="2025-11-30T22:51:02.429" v="1063" actId="680"/>
        <pc:sldMkLst>
          <pc:docMk/>
          <pc:sldMk cId="3831927963" sldId="263"/>
        </pc:sldMkLst>
      </pc:sldChg>
      <pc:sldChg chg="addSp delSp modSp new mod modClrScheme chgLayout">
        <pc:chgData name="Marosites, Benjamin" userId="8caee732-5152-46f4-8400-de5890d67201" providerId="ADAL" clId="{83DCB0E0-FAF4-4080-88E4-88F9CE6D106C}" dt="2025-12-02T01:39:31.306" v="2180" actId="1076"/>
        <pc:sldMkLst>
          <pc:docMk/>
          <pc:sldMk cId="528973453" sldId="264"/>
        </pc:sldMkLst>
        <pc:spChg chg="del">
          <ac:chgData name="Marosites, Benjamin" userId="8caee732-5152-46f4-8400-de5890d67201" providerId="ADAL" clId="{83DCB0E0-FAF4-4080-88E4-88F9CE6D106C}" dt="2025-12-02T01:39:25.139" v="2177" actId="700"/>
          <ac:spMkLst>
            <pc:docMk/>
            <pc:sldMk cId="528973453" sldId="264"/>
            <ac:spMk id="2" creationId="{428E6E4B-D24A-7BA8-33CC-FD5E6F4F033F}"/>
          </ac:spMkLst>
        </pc:spChg>
        <pc:spChg chg="del">
          <ac:chgData name="Marosites, Benjamin" userId="8caee732-5152-46f4-8400-de5890d67201" providerId="ADAL" clId="{83DCB0E0-FAF4-4080-88E4-88F9CE6D106C}" dt="2025-12-02T01:39:25.139" v="2177" actId="700"/>
          <ac:spMkLst>
            <pc:docMk/>
            <pc:sldMk cId="528973453" sldId="264"/>
            <ac:spMk id="3" creationId="{DC5EB663-F883-2002-7F21-0EBA53E4FE80}"/>
          </ac:spMkLst>
        </pc:spChg>
        <pc:spChg chg="mod ord">
          <ac:chgData name="Marosites, Benjamin" userId="8caee732-5152-46f4-8400-de5890d67201" providerId="ADAL" clId="{83DCB0E0-FAF4-4080-88E4-88F9CE6D106C}" dt="2025-12-02T01:39:25.139" v="2177" actId="700"/>
          <ac:spMkLst>
            <pc:docMk/>
            <pc:sldMk cId="528973453" sldId="264"/>
            <ac:spMk id="4" creationId="{048E7288-4F1D-C0A8-6BFF-4A49B97AF696}"/>
          </ac:spMkLst>
        </pc:spChg>
        <pc:picChg chg="add mod">
          <ac:chgData name="Marosites, Benjamin" userId="8caee732-5152-46f4-8400-de5890d67201" providerId="ADAL" clId="{83DCB0E0-FAF4-4080-88E4-88F9CE6D106C}" dt="2025-12-02T01:39:31.306" v="2180" actId="1076"/>
          <ac:picMkLst>
            <pc:docMk/>
            <pc:sldMk cId="528973453" sldId="264"/>
            <ac:picMk id="2050" creationId="{ABA09157-73BC-5798-9EB5-3402B32CFA15}"/>
          </ac:picMkLst>
        </pc:picChg>
      </pc:sldChg>
      <pc:sldChg chg="addSp new mod">
        <pc:chgData name="Marosites, Benjamin" userId="8caee732-5152-46f4-8400-de5890d67201" providerId="ADAL" clId="{83DCB0E0-FAF4-4080-88E4-88F9CE6D106C}" dt="2025-12-02T01:39:16.685" v="2176" actId="22"/>
        <pc:sldMkLst>
          <pc:docMk/>
          <pc:sldMk cId="1539222032" sldId="265"/>
        </pc:sldMkLst>
        <pc:picChg chg="add">
          <ac:chgData name="Marosites, Benjamin" userId="8caee732-5152-46f4-8400-de5890d67201" providerId="ADAL" clId="{83DCB0E0-FAF4-4080-88E4-88F9CE6D106C}" dt="2025-12-02T01:39:16.685" v="2176" actId="22"/>
          <ac:picMkLst>
            <pc:docMk/>
            <pc:sldMk cId="1539222032" sldId="265"/>
            <ac:picMk id="4" creationId="{F7928B58-3180-8615-679E-B7BD3FF51DA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4DB9B-0254-40A1-B4BB-BEA1D2A67160}" type="datetimeFigureOut">
              <a:rPr lang="en-US" smtClean="0"/>
              <a:t>2025-12-01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C68A89-E861-4435-A4AF-6EED913730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0071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My research project for this class is looking into atmospheric dispersion and scale dependency.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C68A89-E861-4435-A4AF-6EED913730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9452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E077E-ED38-2271-1082-2D5A803D0E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564D9-680C-EEAA-89BE-F4DA5A6E7C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3846D8-580A-3066-EC84-169676D7B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CB9B96-6CCD-40AF-8CD9-01B413698D01}" type="datetime1">
              <a:rPr lang="en-US" smtClean="0"/>
              <a:t>2025-12-01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440892-B37C-E5FA-4F5A-6DD4A1A80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336D7B-BEC9-C57E-53BD-0388638C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8D23-3EB6-463C-9E68-05AC65B68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54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B364B-4FD5-F647-949A-42107283E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B0274B-2BC7-102F-78DA-859E2B9708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E87EF-7AD1-D91D-BAA5-97E536A694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C2050A-C0CC-431B-A64B-716A2CD41EBC}" type="datetime1">
              <a:rPr lang="en-US" smtClean="0"/>
              <a:t>2025-12-01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85BAA-9F2E-052C-2764-413787E63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E4F289-E24E-B9B5-C441-1F116C591F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8D23-3EB6-463C-9E68-05AC65B68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798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A7BD7-8E58-9E32-2ABC-2A7F4B321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634D55-5826-96A7-0895-414546B4B3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0BB7D2-2E8A-70A0-D20E-5710420DF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B9C34D-5C21-438D-A12E-C58C23C440CE}" type="datetime1">
              <a:rPr lang="en-US" smtClean="0"/>
              <a:t>2025-12-01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372C82-F2FD-057D-412D-C1201B5559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0D3A6-DF2C-E5A8-BDE3-1B755EA8D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8D23-3EB6-463C-9E68-05AC65B68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2916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15C45-E8D8-DC54-E4F4-EB0B2C7418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BE134-3384-BC4A-D198-E848DCF644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5926DF-376E-38D8-77A3-34E610C87B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4B5B6C-35F2-37E0-F465-31F34DA79E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958FF1-2E9C-47F1-8079-A65A34488E45}" type="datetime1">
              <a:rPr lang="en-US" smtClean="0"/>
              <a:t>2025-12-01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F6F0D-F9F9-3DD9-DD96-05EC05528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9D8AFE-6C31-CF77-2357-4630C7E4B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8D23-3EB6-463C-9E68-05AC65B68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9408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119C2-D8A8-7900-58EC-71BE8A8A8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C45D69-DEFD-11E2-F241-F1F1FDDBD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7ED9D2-9C84-BD35-A3A4-51CFD58435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8344A0-3B7A-1B66-B382-90918DDDCB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0D324A-0077-5BA0-4A7C-8256BC8E0E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B095AC4-BBEE-5661-F689-3458E816B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F9B8A-E574-4183-B5C8-D45D46A77DE8}" type="datetime1">
              <a:rPr lang="en-US" smtClean="0"/>
              <a:t>2025-12-01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AFF8DC3-FFD3-2AA2-290F-FB7301444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1AC291-9F35-CD9A-7AF1-E33812DEE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8D23-3EB6-463C-9E68-05AC65B68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669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FF94A-95D5-E69C-6B4C-FFB57ADBE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43DCB2-7A7C-2190-201B-060329507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7A86F5-ACC2-42B5-8905-09E4DE039341}" type="datetime1">
              <a:rPr lang="en-US" smtClean="0"/>
              <a:t>2025-12-01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4E9A67-E7BE-87BD-20FD-DDE37C79E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1EC6D3-2DB4-7EEE-A1EA-3CE507A74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8D23-3EB6-463C-9E68-05AC65B68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8608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B39F3A-AD83-F40B-DE4C-6D54A00D2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266E78-07D8-4B22-944E-0B7AD744748F}" type="datetime1">
              <a:rPr lang="en-US" smtClean="0"/>
              <a:t>2025-12-01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6EFF60-1375-2190-E956-20B732275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E1FA1F-7AEE-276F-BA7A-7DB9567D7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8D23-3EB6-463C-9E68-05AC65B68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971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F8C13-AC47-D685-8D92-433310438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2BD9B8-561A-92A9-9A97-D015D55990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E7D12A-9641-1871-1689-829C3B2EE7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84272C-416F-DD87-793A-E87B95993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5D917-00A3-4E4D-8CF8-175842A3D8C1}" type="datetime1">
              <a:rPr lang="en-US" smtClean="0"/>
              <a:t>2025-12-01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0E9379-0DC9-4196-8D08-8048357B0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DA634C-EC0D-2949-1D4A-17E553502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8D23-3EB6-463C-9E68-05AC65B68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7148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210835-388A-8662-47C3-FD6A0D889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9E7FB8-7CCB-4715-EB23-DEC693D86F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4AAD41-65B4-4322-570D-2F16E6D2A2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AFF5CF-0E04-2123-BB0B-2F00982F2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7419C-1C30-43C1-95AE-09A58EC2A24D}" type="datetime1">
              <a:rPr lang="en-US" smtClean="0"/>
              <a:t>2025-12-01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1F733B-9A54-8BD6-D94A-70E150311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134B3B-9D59-B6B4-740E-36DAAB51C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8D23-3EB6-463C-9E68-05AC65B68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372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1B3D5-3075-C6E1-9175-984CE44EF2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88C43F-E112-82FE-63AF-5B36D8EA4B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569036-6EBC-FB7F-B000-1429495D5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2E1661-6DE5-40F3-AA73-74768C170F33}" type="datetime1">
              <a:rPr lang="en-US" smtClean="0"/>
              <a:t>2025-12-01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87B204-1728-5833-8E72-1FFB44D3E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5D6EB4-FBBC-1194-9E1C-16A9F54F7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8D23-3EB6-463C-9E68-05AC65B68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651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6D99B5-80E7-6BC2-EA1D-1BEEF70B8F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37D165-4BF2-ECDB-26DE-61EF4478A8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F034D-8A7A-4DD6-16BE-19522DDBA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C35C7C-FB8B-4874-BF12-3CEA02B7EE71}" type="datetime1">
              <a:rPr lang="en-US" smtClean="0"/>
              <a:t>2025-12-01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3FDFE-1028-E01C-DECC-2B02E3F98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5E87F-49B1-8A2E-BE83-375E5F6441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8D23-3EB6-463C-9E68-05AC65B68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4497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69D599-A515-6727-6044-B42DD99D0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3E0808-CFC2-4680-A15E-C0CF2F6880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E4526-A325-E958-C2F3-CD598F161C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941465-788E-4119-9C8F-D35C8978CC99}" type="datetime1">
              <a:rPr lang="en-US" smtClean="0"/>
              <a:t>2025-12-01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D63383-DB73-D3C4-0D24-C50D0F5213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78FB48-FBF4-01B7-B958-D13913EE4F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68D23-3EB6-463C-9E68-05AC65B682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8884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A9CE7-2112-85A5-C6EA-EE23EFE48C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86871"/>
            <a:ext cx="9144000" cy="627529"/>
          </a:xfrm>
        </p:spPr>
        <p:txBody>
          <a:bodyPr>
            <a:normAutofit/>
          </a:bodyPr>
          <a:lstStyle/>
          <a:p>
            <a:r>
              <a:rPr lang="en-US" sz="3600" dirty="0"/>
              <a:t>Scale Dependency and Atmospheric Dispersion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C2BC64-29F5-8698-F4B2-CD55F129F6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54611"/>
            <a:ext cx="9144000" cy="438287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>
                    <a:lumMod val="50000"/>
                  </a:schemeClr>
                </a:solidFill>
              </a:rPr>
              <a:t>Benjamin Marosites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A1F688-1323-A867-C59C-1C5E6E3BB64A}"/>
              </a:ext>
            </a:extLst>
          </p:cNvPr>
          <p:cNvSpPr txBox="1"/>
          <p:nvPr/>
        </p:nvSpPr>
        <p:spPr>
          <a:xfrm>
            <a:off x="0" y="6396335"/>
            <a:ext cx="152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GEOL 365/599</a:t>
            </a:r>
          </a:p>
          <a:p>
            <a:r>
              <a: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2025-12-01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BB2CC74-48BA-9230-C0D5-8CBE2A6243B9}"/>
              </a:ext>
            </a:extLst>
          </p:cNvPr>
          <p:cNvGrpSpPr/>
          <p:nvPr/>
        </p:nvGrpSpPr>
        <p:grpSpPr>
          <a:xfrm>
            <a:off x="6448424" y="2021473"/>
            <a:ext cx="5634542" cy="3740557"/>
            <a:chOff x="6448424" y="2021473"/>
            <a:chExt cx="5634542" cy="3740557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1867A2A-E9E5-3C63-3DFC-EC1BD01B0F81}"/>
                </a:ext>
              </a:extLst>
            </p:cNvPr>
            <p:cNvSpPr txBox="1"/>
            <p:nvPr/>
          </p:nvSpPr>
          <p:spPr>
            <a:xfrm>
              <a:off x="7852297" y="2021473"/>
              <a:ext cx="32721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Boundary Layer Meteorology</a:t>
              </a: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03D6FE12-1FF6-C937-2293-47998570C4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448424" y="2562785"/>
              <a:ext cx="5634542" cy="2945329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BC4033B-FECF-23C2-CC3D-2663A6E40AF3}"/>
                </a:ext>
              </a:extLst>
            </p:cNvPr>
            <p:cNvSpPr txBox="1"/>
            <p:nvPr/>
          </p:nvSpPr>
          <p:spPr>
            <a:xfrm>
              <a:off x="6448424" y="5508114"/>
              <a:ext cx="5103846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>
                  <a:solidFill>
                    <a:schemeClr val="bg1">
                      <a:lumMod val="50000"/>
                    </a:schemeClr>
                  </a:solidFill>
                </a:rPr>
                <a:t>From Stull, R. B., 2012: An introduction to boundary layer meteorology. Springer, 670 pp.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EC58F28C-0427-3158-F0A6-1636FC1A573D}"/>
              </a:ext>
            </a:extLst>
          </p:cNvPr>
          <p:cNvGrpSpPr/>
          <p:nvPr/>
        </p:nvGrpSpPr>
        <p:grpSpPr>
          <a:xfrm>
            <a:off x="47625" y="1978896"/>
            <a:ext cx="6196405" cy="3783134"/>
            <a:chOff x="47625" y="1978896"/>
            <a:chExt cx="6196405" cy="3783134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011DF2A-8D8B-3A31-3D9F-70E784271AD5}"/>
                </a:ext>
              </a:extLst>
            </p:cNvPr>
            <p:cNvSpPr txBox="1"/>
            <p:nvPr/>
          </p:nvSpPr>
          <p:spPr>
            <a:xfrm>
              <a:off x="1249456" y="1978896"/>
              <a:ext cx="32721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Atmospheric scales of motion</a:t>
              </a: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F21B309-F6BC-2269-248D-CB066ED33F16}"/>
                </a:ext>
              </a:extLst>
            </p:cNvPr>
            <p:cNvGrpSpPr/>
            <p:nvPr/>
          </p:nvGrpSpPr>
          <p:grpSpPr>
            <a:xfrm>
              <a:off x="47625" y="2599971"/>
              <a:ext cx="6196405" cy="3162059"/>
              <a:chOff x="47625" y="2599971"/>
              <a:chExt cx="6196405" cy="3162059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E9F37420-8FC1-4459-7797-16BE533933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7625" y="2599971"/>
                <a:ext cx="6196405" cy="2908143"/>
              </a:xfrm>
              <a:prstGeom prst="rect">
                <a:avLst/>
              </a:prstGeom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6AEFDAC-118F-1DD9-E193-F1AEB9AA861C}"/>
                  </a:ext>
                </a:extLst>
              </p:cNvPr>
              <p:cNvSpPr txBox="1"/>
              <p:nvPr/>
            </p:nvSpPr>
            <p:spPr>
              <a:xfrm>
                <a:off x="47625" y="5508114"/>
                <a:ext cx="5103846" cy="2539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50" dirty="0">
                    <a:solidFill>
                      <a:schemeClr val="bg1">
                        <a:lumMod val="50000"/>
                      </a:schemeClr>
                    </a:solidFill>
                  </a:rPr>
                  <a:t>From  Ahrens, C. D., Essentials of Meteorology. 2010. Cengage Learning, 179 pp.</a:t>
                </a:r>
              </a:p>
            </p:txBody>
          </p:sp>
        </p:grp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4855639B-5136-54B3-4146-DBA678C853FB}"/>
              </a:ext>
            </a:extLst>
          </p:cNvPr>
          <p:cNvSpPr txBox="1"/>
          <p:nvPr/>
        </p:nvSpPr>
        <p:spPr>
          <a:xfrm>
            <a:off x="7677149" y="5997059"/>
            <a:ext cx="2886075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Stable Boundary Layer (SBL)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956A88D-48D8-5868-C3D1-0A5221469FBC}"/>
              </a:ext>
            </a:extLst>
          </p:cNvPr>
          <p:cNvCxnSpPr>
            <a:cxnSpLocks/>
            <a:stCxn id="4" idx="0"/>
          </p:cNvCxnSpPr>
          <p:nvPr/>
        </p:nvCxnSpPr>
        <p:spPr>
          <a:xfrm flipV="1">
            <a:off x="9120187" y="4797425"/>
            <a:ext cx="427038" cy="119963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2124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B49A3-C0FB-993F-E310-3E339F499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 and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01916-C0C5-6EAB-24B1-59123F7F3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8950"/>
            <a:ext cx="7667625" cy="2784475"/>
          </a:xfrm>
        </p:spPr>
        <p:txBody>
          <a:bodyPr/>
          <a:lstStyle/>
          <a:p>
            <a:r>
              <a:rPr lang="en-US" dirty="0"/>
              <a:t>How does scale impact plume behavior?</a:t>
            </a:r>
          </a:p>
          <a:p>
            <a:r>
              <a:rPr lang="en-US" dirty="0"/>
              <a:t> Existing research shows…</a:t>
            </a:r>
          </a:p>
          <a:p>
            <a:pPr lvl="1"/>
            <a:r>
              <a:rPr lang="en-US" dirty="0"/>
              <a:t>SBLs suppress turbulence (aka mixing)</a:t>
            </a:r>
          </a:p>
          <a:p>
            <a:pPr lvl="2"/>
            <a:r>
              <a:rPr lang="en-US" dirty="0"/>
              <a:t>Periods of intermittent turbulence and drainage flows. </a:t>
            </a:r>
          </a:p>
          <a:p>
            <a:pPr lvl="1"/>
            <a:r>
              <a:rPr lang="en-US" dirty="0"/>
              <a:t>Common averaging scales are not valid.</a:t>
            </a:r>
          </a:p>
          <a:p>
            <a:pPr lvl="1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F3227E-DC74-6D45-BB0A-4F1A7E13C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8D23-3EB6-463C-9E68-05AC65B68276}" type="slidenum">
              <a:rPr lang="en-US" smtClean="0"/>
              <a:t>2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09428CD-5F96-D4A2-5694-4F05EC9EBF52}"/>
              </a:ext>
            </a:extLst>
          </p:cNvPr>
          <p:cNvGrpSpPr/>
          <p:nvPr/>
        </p:nvGrpSpPr>
        <p:grpSpPr>
          <a:xfrm>
            <a:off x="152400" y="3876675"/>
            <a:ext cx="5103846" cy="2985744"/>
            <a:chOff x="152400" y="3876675"/>
            <a:chExt cx="5103846" cy="298574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0FB4447-1FB9-A96F-7235-60CE1DC039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2810" y="3876675"/>
              <a:ext cx="3661006" cy="2616199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8B8EAD7-8E93-B820-57E1-6EF5E5357172}"/>
                </a:ext>
              </a:extLst>
            </p:cNvPr>
            <p:cNvSpPr txBox="1"/>
            <p:nvPr/>
          </p:nvSpPr>
          <p:spPr>
            <a:xfrm>
              <a:off x="152400" y="6446921"/>
              <a:ext cx="5103846" cy="4154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>
                  <a:solidFill>
                    <a:schemeClr val="bg1">
                      <a:lumMod val="50000"/>
                    </a:schemeClr>
                  </a:solidFill>
                </a:rPr>
                <a:t>Vickers, D., &amp; Mahrt, L. (2003). The </a:t>
              </a:r>
              <a:r>
                <a:rPr lang="en-US" sz="1000" dirty="0" err="1">
                  <a:solidFill>
                    <a:schemeClr val="bg1">
                      <a:lumMod val="50000"/>
                    </a:schemeClr>
                  </a:solidFill>
                </a:rPr>
                <a:t>cospectral</a:t>
              </a:r>
              <a:r>
                <a:rPr lang="en-US" sz="1000" dirty="0">
                  <a:solidFill>
                    <a:schemeClr val="bg1">
                      <a:lumMod val="50000"/>
                    </a:schemeClr>
                  </a:solidFill>
                </a:rPr>
                <a:t> gap and turbulent flux calculations. Journal of Atmospheric and Oceanic Technology, 20(5), 664.</a:t>
              </a: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259F4F64-FBBC-AC5B-C37C-9F0D8C2E7273}"/>
              </a:ext>
            </a:extLst>
          </p:cNvPr>
          <p:cNvGrpSpPr/>
          <p:nvPr/>
        </p:nvGrpSpPr>
        <p:grpSpPr>
          <a:xfrm>
            <a:off x="5412345" y="3664943"/>
            <a:ext cx="6628832" cy="2556469"/>
            <a:chOff x="5412345" y="3664943"/>
            <a:chExt cx="6628832" cy="2556469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37FEA7F-6603-3E7B-FE6D-1499946FE1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0" b="100000" l="0" r="100000">
                          <a14:foregroundMark x1="79167" y1="5500" x2="73417" y2="21500"/>
                          <a14:foregroundMark x1="28083" y1="8917" x2="27250" y2="12583"/>
                          <a14:foregroundMark x1="24917" y1="8083" x2="24917" y2="9833"/>
                          <a14:foregroundMark x1="55500" y1="51833" x2="66167" y2="49500"/>
                          <a14:foregroundMark x1="67750" y1="49500" x2="70083" y2="50083"/>
                          <a14:foregroundMark x1="70500" y1="49333" x2="75583" y2="50083"/>
                          <a14:foregroundMark x1="57833" y1="81667" x2="56250" y2="84250"/>
                          <a14:foregroundMark x1="48167" y1="87167" x2="48167" y2="87167"/>
                          <a14:foregroundMark x1="47417" y1="20500" x2="67333" y2="15417"/>
                          <a14:foregroundMark x1="27750" y1="7583" x2="43583" y2="5750"/>
                          <a14:foregroundMark x1="48250" y1="5500" x2="54167" y2="5000"/>
                          <a14:foregroundMark x1="57333" y1="4917" x2="66750" y2="4167"/>
                          <a14:foregroundMark x1="27000" y1="5167" x2="49000" y2="3083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5412345" y="4611687"/>
              <a:ext cx="1609725" cy="1609725"/>
            </a:xfrm>
            <a:prstGeom prst="rect">
              <a:avLst/>
            </a:prstGeom>
          </p:spPr>
        </p:pic>
        <p:sp>
          <p:nvSpPr>
            <p:cNvPr id="11" name="Thought Bubble: Cloud 10">
              <a:extLst>
                <a:ext uri="{FF2B5EF4-FFF2-40B4-BE49-F238E27FC236}">
                  <a16:creationId xmlns:a16="http://schemas.microsoft.com/office/drawing/2014/main" id="{2DB0CF30-9BF8-B14A-4215-DDB5CAA5B3B7}"/>
                </a:ext>
              </a:extLst>
            </p:cNvPr>
            <p:cNvSpPr/>
            <p:nvPr/>
          </p:nvSpPr>
          <p:spPr>
            <a:xfrm rot="807826">
              <a:off x="9328833" y="4246404"/>
              <a:ext cx="2591046" cy="1414139"/>
            </a:xfrm>
            <a:prstGeom prst="cloudCallout">
              <a:avLst>
                <a:gd name="adj1" fmla="val 47190"/>
                <a:gd name="adj2" fmla="val -8637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3EAC93AF-E918-1583-EFB6-1461E116FF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10201" y="3664943"/>
              <a:ext cx="5318989" cy="1222912"/>
            </a:xfrm>
            <a:prstGeom prst="line">
              <a:avLst/>
            </a:prstGeom>
            <a:ln w="53975" cap="rnd">
              <a:solidFill>
                <a:srgbClr val="FF0000"/>
              </a:solidFill>
              <a:prstDash val="sysDot"/>
              <a:miter lim="800000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18" name="Thought Bubble: Cloud 17">
              <a:extLst>
                <a:ext uri="{FF2B5EF4-FFF2-40B4-BE49-F238E27FC236}">
                  <a16:creationId xmlns:a16="http://schemas.microsoft.com/office/drawing/2014/main" id="{CC69C684-039D-A58B-94D2-42DB6E15432D}"/>
                </a:ext>
              </a:extLst>
            </p:cNvPr>
            <p:cNvSpPr/>
            <p:nvPr/>
          </p:nvSpPr>
          <p:spPr>
            <a:xfrm rot="11607826">
              <a:off x="9567761" y="4398522"/>
              <a:ext cx="1785886" cy="1006557"/>
            </a:xfrm>
            <a:prstGeom prst="cloudCallout">
              <a:avLst>
                <a:gd name="adj1" fmla="val 47190"/>
                <a:gd name="adj2" fmla="val -8637"/>
              </a:avLst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hought Bubble: Cloud 18">
              <a:extLst>
                <a:ext uri="{FF2B5EF4-FFF2-40B4-BE49-F238E27FC236}">
                  <a16:creationId xmlns:a16="http://schemas.microsoft.com/office/drawing/2014/main" id="{8A841DF5-4791-DBC0-D432-ECF54B4CEDC3}"/>
                </a:ext>
              </a:extLst>
            </p:cNvPr>
            <p:cNvSpPr/>
            <p:nvPr/>
          </p:nvSpPr>
          <p:spPr>
            <a:xfrm rot="159928">
              <a:off x="9866125" y="4744838"/>
              <a:ext cx="580390" cy="366316"/>
            </a:xfrm>
            <a:prstGeom prst="cloudCallout">
              <a:avLst>
                <a:gd name="adj1" fmla="val 47190"/>
                <a:gd name="adj2" fmla="val -8637"/>
              </a:avLst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4CDBF92-E08D-79EC-FC1C-40DD2BA43DDB}"/>
                </a:ext>
              </a:extLst>
            </p:cNvPr>
            <p:cNvCxnSpPr>
              <a:cxnSpLocks/>
            </p:cNvCxnSpPr>
            <p:nvPr/>
          </p:nvCxnSpPr>
          <p:spPr>
            <a:xfrm>
              <a:off x="6698214" y="4893937"/>
              <a:ext cx="5100086" cy="1225818"/>
            </a:xfrm>
            <a:prstGeom prst="line">
              <a:avLst/>
            </a:prstGeom>
            <a:ln w="53975" cap="rnd">
              <a:solidFill>
                <a:srgbClr val="FF0000"/>
              </a:solidFill>
              <a:prstDash val="sysDot"/>
              <a:miter lim="800000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FA7DE5A6-2951-179A-1845-B4706739CFB3}"/>
                </a:ext>
              </a:extLst>
            </p:cNvPr>
            <p:cNvCxnSpPr>
              <a:cxnSpLocks/>
            </p:cNvCxnSpPr>
            <p:nvPr/>
          </p:nvCxnSpPr>
          <p:spPr>
            <a:xfrm>
              <a:off x="6710201" y="4893937"/>
              <a:ext cx="5330976" cy="655007"/>
            </a:xfrm>
            <a:prstGeom prst="line">
              <a:avLst/>
            </a:prstGeom>
            <a:ln w="53975" cap="rnd">
              <a:solidFill>
                <a:srgbClr val="FF0000"/>
              </a:solidFill>
              <a:prstDash val="sysDot"/>
              <a:miter lim="800000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C8B93A2-B5BB-5597-3830-D938C71CAD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60142" y="4887855"/>
              <a:ext cx="5169048" cy="6082"/>
            </a:xfrm>
            <a:prstGeom prst="line">
              <a:avLst/>
            </a:prstGeom>
            <a:ln w="53975" cap="rnd">
              <a:solidFill>
                <a:srgbClr val="FF0000"/>
              </a:solidFill>
              <a:prstDash val="sysDot"/>
              <a:miter lim="800000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BB0C276-6035-B7D0-8572-90092B2E08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10201" y="4264562"/>
              <a:ext cx="5250027" cy="626334"/>
            </a:xfrm>
            <a:prstGeom prst="line">
              <a:avLst/>
            </a:prstGeom>
            <a:ln w="53975" cap="rnd">
              <a:solidFill>
                <a:srgbClr val="FF0000"/>
              </a:solidFill>
              <a:prstDash val="sysDot"/>
              <a:miter lim="800000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78360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7BC4A-69DF-4611-0D60-0ED9CB739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C5CE2-073B-90B7-2D9D-84DE2BB31E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534275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2018 SAVANT Campaign.</a:t>
            </a:r>
          </a:p>
          <a:p>
            <a:pPr lvl="1"/>
            <a:r>
              <a:rPr lang="en-US" dirty="0"/>
              <a:t>Atmospheric Lidar </a:t>
            </a:r>
          </a:p>
          <a:p>
            <a:pPr lvl="1"/>
            <a:r>
              <a:rPr lang="en-US" dirty="0"/>
              <a:t>Wind data</a:t>
            </a:r>
          </a:p>
          <a:p>
            <a:pPr lvl="1"/>
            <a:endParaRPr lang="en-US" dirty="0"/>
          </a:p>
          <a:p>
            <a:r>
              <a:rPr lang="en-US" dirty="0"/>
              <a:t>Extract plume metrics</a:t>
            </a:r>
          </a:p>
          <a:p>
            <a:pPr lvl="1"/>
            <a:r>
              <a:rPr lang="en-US" dirty="0"/>
              <a:t>Location of Maximum Backscatter</a:t>
            </a:r>
          </a:p>
          <a:p>
            <a:endParaRPr lang="en-US" dirty="0"/>
          </a:p>
          <a:p>
            <a:r>
              <a:rPr lang="en-US" dirty="0"/>
              <a:t>Multiresolution Decomposition (MRD)</a:t>
            </a:r>
          </a:p>
          <a:p>
            <a:pPr lvl="1"/>
            <a:r>
              <a:rPr lang="en-US" dirty="0"/>
              <a:t>Calculate </a:t>
            </a:r>
            <a:r>
              <a:rPr lang="en-US" dirty="0" err="1"/>
              <a:t>w’T</a:t>
            </a:r>
            <a:r>
              <a:rPr lang="en-US" dirty="0"/>
              <a:t>’</a:t>
            </a:r>
          </a:p>
          <a:p>
            <a:pPr lvl="1"/>
            <a:r>
              <a:rPr lang="en-US" dirty="0"/>
              <a:t>One-hour periods</a:t>
            </a:r>
          </a:p>
          <a:p>
            <a:pPr lvl="1"/>
            <a:r>
              <a:rPr lang="en-US" dirty="0"/>
              <a:t> 30-second averaging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A5BFF6-E608-A717-92FF-1127D5090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8D23-3EB6-463C-9E68-05AC65B68276}" type="slidenum">
              <a:rPr lang="en-US" smtClean="0"/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1B7BEB-FC66-D04A-AD2A-E9F0E77A4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8753" y="4135526"/>
            <a:ext cx="4509368" cy="2357349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98193911-13D7-9900-131A-FFB137E1FA0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929" b="8970"/>
          <a:stretch>
            <a:fillRect/>
          </a:stretch>
        </p:blipFill>
        <p:spPr bwMode="auto">
          <a:xfrm>
            <a:off x="5483395" y="188163"/>
            <a:ext cx="6270456" cy="32408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36382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02ABC9EC-8D07-2C90-32D3-97B6415074C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241" y="1633538"/>
            <a:ext cx="6249459" cy="4365224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574C70-9239-F134-9265-0B011DBE4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Findings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2F7C69F5-9E3F-1896-38DA-728B6C792AA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0140" y="1633538"/>
            <a:ext cx="6109760" cy="4365224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DF9E2-BAB2-0563-1734-F8A80B515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8D23-3EB6-463C-9E68-05AC65B6827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647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69AA9-5180-1CD1-AC59-504F6DFA0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3405"/>
            <a:ext cx="10515600" cy="1325563"/>
          </a:xfrm>
        </p:spPr>
        <p:txBody>
          <a:bodyPr/>
          <a:lstStyle/>
          <a:p>
            <a:r>
              <a:rPr lang="en-US" dirty="0"/>
              <a:t>Conclusions, Limitations, and Importance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D7611-913F-D41F-FD11-EC7CB2425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68"/>
            <a:ext cx="10515600" cy="1603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Findings</a:t>
            </a:r>
          </a:p>
          <a:p>
            <a:r>
              <a:rPr lang="en-US" sz="2400" dirty="0"/>
              <a:t>More data and a more robust analysis could confirm roles of scale and advection/dispersion.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1EEE0D-A05C-B732-757B-BB1BDD211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8D23-3EB6-463C-9E68-05AC65B68276}" type="slidenum">
              <a:rPr lang="en-US" smtClean="0"/>
              <a:t>5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5CCA0C-C769-10FA-D2F8-E757938F7B9D}"/>
              </a:ext>
            </a:extLst>
          </p:cNvPr>
          <p:cNvSpPr txBox="1">
            <a:spLocks/>
          </p:cNvSpPr>
          <p:nvPr/>
        </p:nvSpPr>
        <p:spPr>
          <a:xfrm>
            <a:off x="838200" y="3241957"/>
            <a:ext cx="10515600" cy="15110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Limitations</a:t>
            </a:r>
          </a:p>
          <a:p>
            <a:r>
              <a:rPr lang="en-US" sz="2400" dirty="0"/>
              <a:t>Data quality, quantity, and notes.</a:t>
            </a:r>
          </a:p>
          <a:p>
            <a:r>
              <a:rPr lang="en-US" sz="2400" dirty="0"/>
              <a:t>Signal-to-Noise</a:t>
            </a:r>
          </a:p>
          <a:p>
            <a:endParaRPr lang="en-US" sz="24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F505A75-508B-CC20-E8D8-2C1B50B22B75}"/>
              </a:ext>
            </a:extLst>
          </p:cNvPr>
          <p:cNvSpPr txBox="1">
            <a:spLocks/>
          </p:cNvSpPr>
          <p:nvPr/>
        </p:nvSpPr>
        <p:spPr>
          <a:xfrm>
            <a:off x="838200" y="4825718"/>
            <a:ext cx="10515600" cy="1738877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3000" dirty="0"/>
              <a:t>Importance</a:t>
            </a:r>
            <a:endParaRPr lang="en-US" dirty="0"/>
          </a:p>
          <a:p>
            <a:r>
              <a:rPr lang="en-US" sz="2600" dirty="0"/>
              <a:t>Air pollution</a:t>
            </a:r>
          </a:p>
          <a:p>
            <a:r>
              <a:rPr lang="en-US" sz="2600" dirty="0"/>
              <a:t>Agriculture</a:t>
            </a:r>
          </a:p>
          <a:p>
            <a:r>
              <a:rPr lang="en-US" sz="2600" dirty="0"/>
              <a:t>Wild and prescribed fires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03881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74220-1A56-5DFF-AAD2-08C5DCF0F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567B0-7D89-CD85-F4AD-EF8C4BA3A4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Ahrens, C. D., Essentials of Meteorology. 2010. Cengage Learning, 179 pp.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Stull, R. B., 2012: An introduction to boundary layer meteorology. Springer, 670 pp.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584471-2FD5-3847-5127-05C347B73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8D23-3EB6-463C-9E68-05AC65B6827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883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7D3FA-CD31-C278-37B8-76F27C163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AFFC5-3982-8484-93F0-89D260D8E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05E1C4-1007-0934-50FF-DC0ADE839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8D23-3EB6-463C-9E68-05AC65B6827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927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764CB-C802-4826-48A8-34EBB346B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883A8-68AD-92B5-823C-7AE95D17E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Background/justification</a:t>
            </a:r>
            <a:r>
              <a:rPr lang="en-US" dirty="0"/>
              <a:t>: why is this thing important to study?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Scientific question</a:t>
            </a:r>
            <a:r>
              <a:rPr lang="en-US" dirty="0"/>
              <a:t>: what do you want to test? This must be framed in a testable way, e.g. how does X affect Y? What is the relationship between A and B?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Dataset</a:t>
            </a:r>
            <a:r>
              <a:rPr lang="en-US" dirty="0"/>
              <a:t>: appropriate data for testing your hypothesis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Results</a:t>
            </a:r>
            <a:r>
              <a:rPr lang="en-US" dirty="0"/>
              <a:t>: what did you find?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Interpretation</a:t>
            </a:r>
            <a:r>
              <a:rPr lang="en-US" dirty="0"/>
              <a:t>: what does this mean?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Limitations</a:t>
            </a:r>
            <a:r>
              <a:rPr lang="en-US" dirty="0"/>
              <a:t>: how well could you answer your scientific question. Did anything prevent you?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Conclusion</a:t>
            </a:r>
            <a:r>
              <a:rPr lang="en-US" dirty="0"/>
              <a:t>: what is the answer to your scientific question? 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ED66A-4428-D9D5-EDBD-266C82CE2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8D23-3EB6-463C-9E68-05AC65B6827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6081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E7288-4F1D-C0A8-6BFF-4A49B97AF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8D23-3EB6-463C-9E68-05AC65B68276}" type="slidenum">
              <a:rPr lang="en-US" smtClean="0"/>
              <a:t>9</a:t>
            </a:fld>
            <a:endParaRPr 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BA09157-73BC-5798-9EB5-3402B32CFA1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78"/>
          <a:stretch>
            <a:fillRect/>
          </a:stretch>
        </p:blipFill>
        <p:spPr bwMode="auto">
          <a:xfrm>
            <a:off x="394671" y="314325"/>
            <a:ext cx="11402657" cy="5908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8973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B6BA784-D3DB-95A7-C672-BDAC869AF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868D23-3EB6-463C-9E68-05AC65B68276}" type="slidenum">
              <a:rPr lang="en-US" smtClean="0"/>
              <a:t>10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928B58-3180-8615-679E-B7BD3FF51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308" y="585390"/>
            <a:ext cx="10993384" cy="5687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222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</TotalTime>
  <Words>367</Words>
  <Application>Microsoft Office PowerPoint</Application>
  <PresentationFormat>Widescreen</PresentationFormat>
  <Paragraphs>61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Scale Dependency and Atmospheric Dispersion</vt:lpstr>
      <vt:lpstr>Research Question and Background</vt:lpstr>
      <vt:lpstr>Methodology</vt:lpstr>
      <vt:lpstr>Findings</vt:lpstr>
      <vt:lpstr>Conclusions, Limitations, and Importance</vt:lpstr>
      <vt:lpstr>References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Marosites, Benjamin</dc:creator>
  <cp:lastModifiedBy>Marosites, Benjamin</cp:lastModifiedBy>
  <cp:revision>1</cp:revision>
  <dcterms:created xsi:type="dcterms:W3CDTF">2025-11-30T02:29:22Z</dcterms:created>
  <dcterms:modified xsi:type="dcterms:W3CDTF">2025-12-02T02:42:09Z</dcterms:modified>
</cp:coreProperties>
</file>