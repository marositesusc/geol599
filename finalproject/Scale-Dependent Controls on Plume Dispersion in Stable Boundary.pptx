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osites, Benjamin" userId="8caee732-5152-46f4-8400-de5890d67201" providerId="ADAL" clId="{83DCB0E0-FAF4-4080-88E4-88F9CE6D106C}"/>
    <pc:docChg chg="modSld">
      <pc:chgData name="Marosites, Benjamin" userId="8caee732-5152-46f4-8400-de5890d67201" providerId="ADAL" clId="{83DCB0E0-FAF4-4080-88E4-88F9CE6D106C}" dt="2025-11-28T23:07:30.184" v="20" actId="20577"/>
      <pc:docMkLst>
        <pc:docMk/>
      </pc:docMkLst>
      <pc:sldChg chg="modSp mod">
        <pc:chgData name="Marosites, Benjamin" userId="8caee732-5152-46f4-8400-de5890d67201" providerId="ADAL" clId="{83DCB0E0-FAF4-4080-88E4-88F9CE6D106C}" dt="2025-11-28T23:07:30.184" v="20" actId="20577"/>
        <pc:sldMkLst>
          <pc:docMk/>
          <pc:sldMk cId="2288815529" sldId="258"/>
        </pc:sldMkLst>
        <pc:spChg chg="mod">
          <ac:chgData name="Marosites, Benjamin" userId="8caee732-5152-46f4-8400-de5890d67201" providerId="ADAL" clId="{83DCB0E0-FAF4-4080-88E4-88F9CE6D106C}" dt="2025-11-28T23:07:30.184" v="20" actId="20577"/>
          <ac:spMkLst>
            <pc:docMk/>
            <pc:sldMk cId="2288815529" sldId="258"/>
            <ac:spMk id="2" creationId="{185D4EEB-1FC2-6302-620D-17FB0E95A91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BA239-E12B-5383-696E-1A20F582AB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316C03-8616-AF68-2CD7-F5770F2D7D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38B13-B26A-9CB1-6BD8-98A8E09E0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E6FD-3901-4E43-8039-AE1DD845D76C}" type="datetimeFigureOut">
              <a:rPr lang="en-US" smtClean="0"/>
              <a:t>2025-11-28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BACEDF-AAD5-8D8E-6693-47C287E88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E1041-FA0D-C0BA-F1BC-72E7616A8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2DEC1-4E29-456B-AA1D-77B8986D5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121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80435-C16C-DEA5-56C9-9EAEA3198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FDF5C-D808-5E3B-5066-8EB7E697A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D010BA-5945-24D1-5C83-FCBAFED7F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E6FD-3901-4E43-8039-AE1DD845D76C}" type="datetimeFigureOut">
              <a:rPr lang="en-US" smtClean="0"/>
              <a:t>2025-11-28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84F617-1797-94AC-89C8-18C230D64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9A773-450F-9B9C-5358-5A7A08770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2DEC1-4E29-456B-AA1D-77B8986D5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897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B947E-607D-19FB-869E-256C30D74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234E3D-E6F7-123F-D461-1C491D9804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D73FF-6AC3-AAA0-769E-5497404C2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E6FD-3901-4E43-8039-AE1DD845D76C}" type="datetimeFigureOut">
              <a:rPr lang="en-US" smtClean="0"/>
              <a:t>2025-11-28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578CA-A6E4-77E1-892A-50C591BBA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A1DBB-CC94-013C-8BE5-DA4C34939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2DEC1-4E29-456B-AA1D-77B8986D5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885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2FF3B-1A78-F3C2-EA06-B50A98F0F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ADD78-A70D-60E4-3EA7-EA42C0C4BA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3407EB-E64A-90A4-78EC-65C8007601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BC7ACE-6F63-F26F-2C47-22908C671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E6FD-3901-4E43-8039-AE1DD845D76C}" type="datetimeFigureOut">
              <a:rPr lang="en-US" smtClean="0"/>
              <a:t>2025-11-28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BF217E-5289-FD13-B906-C9208CDDC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B1EE71-D570-D86C-5AA8-89CA27F1E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2DEC1-4E29-456B-AA1D-77B8986D5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882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9EF0C-4BB0-C28B-DAB5-2216EFDFD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CCBE7C-C2E6-7EE5-746D-EBF1F7111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AA62CA-4332-2802-032E-50921B122E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70159E-6C8A-314E-6399-DD710C62DB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A608E3-B6B6-1C50-9AB5-F0D32CB10A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75DB86-AAF1-A7A9-BB7A-51DE76C0A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E6FD-3901-4E43-8039-AE1DD845D76C}" type="datetimeFigureOut">
              <a:rPr lang="en-US" smtClean="0"/>
              <a:t>2025-11-28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48DD47-ED4D-0908-4B4C-027F12D96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167D70-8060-8F0B-C2A0-DEE2DD98B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2DEC1-4E29-456B-AA1D-77B8986D5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941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4461A-258C-4EA3-7513-F11ACD9F9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47CC1B-ADC2-DB30-58EB-3EAD04A2C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E6FD-3901-4E43-8039-AE1DD845D76C}" type="datetimeFigureOut">
              <a:rPr lang="en-US" smtClean="0"/>
              <a:t>2025-11-28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9D8CF3-CC25-E103-A4F3-F1960EA69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9DAA74-BB7F-969D-7A94-760693A1D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2DEC1-4E29-456B-AA1D-77B8986D5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385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CB0616-DC73-3B50-43CE-2F2D48F87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E6FD-3901-4E43-8039-AE1DD845D76C}" type="datetimeFigureOut">
              <a:rPr lang="en-US" smtClean="0"/>
              <a:t>2025-11-28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122FD9-BC41-5496-109A-227DEC2DD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62AA9C-0822-4348-3E18-2CF799DD1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2DEC1-4E29-456B-AA1D-77B8986D5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686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20090-74A4-F280-3FA3-10E2AF44C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AC997-E126-4804-4681-9195784DC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B280C0-64D0-22FF-D85E-C5F9B30994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654A2-95E9-F47F-2247-AF6588EED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E6FD-3901-4E43-8039-AE1DD845D76C}" type="datetimeFigureOut">
              <a:rPr lang="en-US" smtClean="0"/>
              <a:t>2025-11-28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12D79E-A334-4A41-6299-EC2B6A940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D65110-8BE1-EB80-D7CA-D5C294017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2DEC1-4E29-456B-AA1D-77B8986D5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422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6D499-353A-BC52-B4D4-9E79538E4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337211-84A4-F43F-9478-A80F5D2792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ABB42-2D04-5D26-97BD-BDD82CA913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2B84BD-F4DF-56E7-15FE-B9A0FE4C2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E6FD-3901-4E43-8039-AE1DD845D76C}" type="datetimeFigureOut">
              <a:rPr lang="en-US" smtClean="0"/>
              <a:t>2025-11-28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7AA996-2238-A171-12F3-C77857E48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7862FA-3EFB-9744-B415-ED0FA2AA0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2DEC1-4E29-456B-AA1D-77B8986D5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616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50FB2-C31C-1EED-2055-4B454C0AD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4326E5-0BF0-7615-1888-6E7CD803E8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390782-C561-F836-1FAC-A05F5FCA4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E6FD-3901-4E43-8039-AE1DD845D76C}" type="datetimeFigureOut">
              <a:rPr lang="en-US" smtClean="0"/>
              <a:t>2025-11-28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585CA4-A8E3-4E9B-F348-7E6FE1613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C2530-D802-02DB-245C-F5680501E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2DEC1-4E29-456B-AA1D-77B8986D5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644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55346F-593B-6E0D-F77D-A1DAC31578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054198-BB24-5C51-55FF-CED4CE9CC3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4485C-D715-5A75-D487-28D2E28AA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E6FD-3901-4E43-8039-AE1DD845D76C}" type="datetimeFigureOut">
              <a:rPr lang="en-US" smtClean="0"/>
              <a:t>2025-11-28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C0C98-BEFA-AB97-87CF-5352FA86F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4F138-09D0-75C5-550C-D7C072C8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2DEC1-4E29-456B-AA1D-77B8986D5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813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14EDF6-06B3-0809-6402-F89592C31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5E42E5-2679-CA51-57EF-A5BCB32019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83966E-1520-EC10-192E-E1D0BCA4DB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D2E6FD-3901-4E43-8039-AE1DD845D76C}" type="datetimeFigureOut">
              <a:rPr lang="en-US" smtClean="0"/>
              <a:t>2025-11-28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9DB55-7B87-A178-3894-B8C57A344C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7CC181-4BED-9B3B-5F11-A7BD89E6C6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62DEC1-4E29-456B-AA1D-77B8986D5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261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4CF3C-F38B-EBDF-2ACA-9B9CD75C3D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Scale-Dependent Controls on Plume Dispersion in Stable Boundary Layers over Shallow Terrain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918C52-61D6-676A-13A9-ACEA1D3012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Benjamin Marosites</a:t>
            </a:r>
          </a:p>
        </p:txBody>
      </p:sp>
    </p:spTree>
    <p:extLst>
      <p:ext uri="{BB962C8B-B14F-4D97-AF65-F5344CB8AC3E}">
        <p14:creationId xmlns:p14="http://schemas.microsoft.com/office/powerpoint/2010/main" val="3993537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5561A-D86B-4D33-A635-4F010E334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Boundary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6297A-AD19-CEEC-5BB8-468197A72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246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D4EEB-1FC2-6302-620D-17FB0E95A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Wavelet </a:t>
            </a:r>
            <a:r>
              <a:rPr lang="en-US"/>
              <a:t>Analysis and Co-Spectral </a:t>
            </a:r>
            <a:r>
              <a:rPr lang="en-US" dirty="0"/>
              <a:t>Gap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29816-C5C9-9497-840B-15BCC132C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815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77C26-9013-9445-AA5C-6097ADCAC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Plume Evolution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815FB-DE51-D0A0-C7EB-D6F3314F5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195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B1AD6-0190-E4D3-5A33-6A9471E38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F40A2-94A0-1A94-8064-8448E5D50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Need for empirical data for dispersion modeling</a:t>
            </a:r>
          </a:p>
          <a:p>
            <a:r>
              <a:rPr lang="en-US" dirty="0"/>
              <a:t>Inform model parameterization</a:t>
            </a:r>
          </a:p>
        </p:txBody>
      </p:sp>
    </p:spTree>
    <p:extLst>
      <p:ext uri="{BB962C8B-B14F-4D97-AF65-F5344CB8AC3E}">
        <p14:creationId xmlns:p14="http://schemas.microsoft.com/office/powerpoint/2010/main" val="277360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35</Words>
  <Application>Microsoft Office PowerPoint</Application>
  <PresentationFormat>Widescreen</PresentationFormat>
  <Paragraphs>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Scale-Dependent Controls on Plume Dispersion in Stable Boundary Layers over Shallow Terrain</vt:lpstr>
      <vt:lpstr>The Boundary Layer</vt:lpstr>
      <vt:lpstr>Wavelet Analysis and Co-Spectral Gap</vt:lpstr>
      <vt:lpstr>Plume Evolution</vt:lpstr>
      <vt:lpstr>Importance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Marosites, Benjamin</dc:creator>
  <cp:lastModifiedBy>Marosites, Benjamin</cp:lastModifiedBy>
  <cp:revision>1</cp:revision>
  <dcterms:created xsi:type="dcterms:W3CDTF">2025-11-28T23:06:04Z</dcterms:created>
  <dcterms:modified xsi:type="dcterms:W3CDTF">2025-11-28T23:07:31Z</dcterms:modified>
</cp:coreProperties>
</file>